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831AEE-9D32-6951-D835-BB5F28E7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6763"/>
            <a:ext cx="8229600" cy="2546251"/>
          </a:xfrm>
        </p:spPr>
        <p:txBody>
          <a:bodyPr>
            <a:normAutofit/>
          </a:bodyPr>
          <a:lstStyle/>
          <a:p>
            <a:r>
              <a:rPr lang="en-US" sz="8000" dirty="0"/>
              <a:t>census</a:t>
            </a:r>
          </a:p>
        </p:txBody>
      </p:sp>
    </p:spTree>
    <p:extLst>
      <p:ext uri="{BB962C8B-B14F-4D97-AF65-F5344CB8AC3E}">
        <p14:creationId xmlns:p14="http://schemas.microsoft.com/office/powerpoint/2010/main" val="97093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ENSUS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ENSUS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ENSUS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ENSUS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ENSUS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ENSUS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ENSUS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ENSUS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ENSUS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ENSUS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ENSUS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ENSUS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gi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97" y="368490"/>
            <a:ext cx="7656393" cy="5289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994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</Words>
  <Application>Microsoft Office PowerPoint</Application>
  <PresentationFormat>On-screen Show (4:3)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census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census</dc:title>
  <dc:subject/>
  <dc:creator/>
  <cp:keywords/>
  <dc:description>generated using python-pptx</dc:description>
  <cp:lastModifiedBy>HAIER</cp:lastModifiedBy>
  <cp:revision>4</cp:revision>
  <dcterms:created xsi:type="dcterms:W3CDTF">2013-01-27T09:14:16Z</dcterms:created>
  <dcterms:modified xsi:type="dcterms:W3CDTF">2025-05-01T04:42:48Z</dcterms:modified>
  <cp:category/>
</cp:coreProperties>
</file>